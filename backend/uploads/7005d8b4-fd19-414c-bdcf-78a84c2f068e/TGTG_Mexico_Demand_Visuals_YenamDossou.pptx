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Too Good To Go — Mexico Demand Visuals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internal expansion planning (CDMX focus)</a:t>
            </a:r>
          </a:p>
          <a:p>
            <a:r>
              <a:t>Author: Yenam Dossou — Visual pack generated by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Household Food Waste per Capita (Mexico vs UAE vs Côte d’Ivoire)</a:t>
            </a:r>
          </a:p>
        </p:txBody>
      </p:sp>
      <p:pic>
        <p:nvPicPr>
          <p:cNvPr id="3" name="Picture 2" descr="01_food_waste_per_cap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80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Sources: WorldPopulationReview (compiled from UNEP Food Waste Index 2024) | UNEP Food Waste Index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Food &amp; Beverage Establishments — Top 3 States</a:t>
            </a:r>
          </a:p>
        </p:txBody>
      </p:sp>
      <p:pic>
        <p:nvPicPr>
          <p:cNvPr id="3" name="Picture 2" descr="02_merchant_base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80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Sources: Data México (DENUE, May 2025). "Servicios de Preparación de Alimentos y Bebidas"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CDMX — Restaurants &amp; Eating Places: Units (2019 vs 2025)</a:t>
            </a:r>
          </a:p>
        </p:txBody>
      </p:sp>
      <p:pic>
        <p:nvPicPr>
          <p:cNvPr id="3" name="Picture 2" descr="03_cdmx_units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80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Sources: INEGI, Censos Económicos 2019 (CDMX) | Data México (DENUE, May 2025)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Mexico — Smartphone Penetration (Q3 2024)</a:t>
            </a:r>
          </a:p>
        </p:txBody>
      </p:sp>
      <p:pic>
        <p:nvPicPr>
          <p:cNvPr id="3" name="Picture 2" descr="04_smartphone_pene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320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Sources: The Competitive Intelligence Unit (The CIU), 3T‑2024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Mexico — Inflation Snapshot (Dec 2025)</a:t>
            </a:r>
          </a:p>
        </p:txBody>
      </p:sp>
      <p:pic>
        <p:nvPicPr>
          <p:cNvPr id="3" name="Picture 2" descr="05_inflation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Sources: INEGI Consumer Price Index | INEGI via TradingEconomics (Food CPI)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CDMX — Year‑1 Addressable Merchants (Scenario Model)</a:t>
            </a:r>
          </a:p>
        </p:txBody>
      </p:sp>
      <p:pic>
        <p:nvPicPr>
          <p:cNvPr id="3" name="Picture 2" descr="06_cdmx_tam_merch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80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Sources: Assumes adoption of 3%/5%/8% of 55,370 units (DENUE May 2025) — illustrative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Mexico City — Potential App User Base (Assumptions)</a:t>
            </a:r>
          </a:p>
        </p:txBody>
      </p:sp>
      <p:pic>
        <p:nvPicPr>
          <p:cNvPr id="3" name="Picture 2" descr="07_potential_user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80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Sources: Macrotrends: Mexico City metro population 2025 | Adults≈80% (assumption) | Smartphone penetration 95.7% (The CIU, Q3 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