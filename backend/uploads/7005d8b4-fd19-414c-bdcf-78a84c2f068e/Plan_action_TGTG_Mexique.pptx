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d'action Too Good To Go – Mexique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À partir du rapport d’analyse de marché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 Mexique (CDMX)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Forte densité de restaurants (55,370 unités)</a:t>
            </a:r>
          </a:p>
          <a:p>
            <a:pPr lvl="1"/>
            <a:r>
              <a:t>Adoption smartphone : 95.7%</a:t>
            </a:r>
          </a:p>
          <a:p>
            <a:pPr lvl="1"/>
            <a:r>
              <a:t>Population métropolitaine : 22.7M</a:t>
            </a:r>
          </a:p>
          <a:p>
            <a:pPr lvl="1"/>
            <a:r>
              <a:t>Contexte prix favorable à un message valeur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d'entrée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Phase 1 : Pilote CDMX</a:t>
            </a:r>
          </a:p>
          <a:p>
            <a:pPr lvl="1"/>
            <a:r>
              <a:t>Phase 2 : Expansion Guadalajara, Monterrey</a:t>
            </a:r>
          </a:p>
          <a:p>
            <a:pPr lvl="1"/>
            <a:r>
              <a:t>Phase 3 : Déploiement national</a:t>
            </a:r>
          </a:p>
          <a:p>
            <a:pPr lvl="1"/>
            <a:r>
              <a:t>Modèle : Croissance directe pour contrôle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Concurrence &amp;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Cheaf : 1-3.5M utilisateurs, modèle surprise bag</a:t>
            </a:r>
          </a:p>
          <a:p>
            <a:pPr lvl="1"/>
            <a:r>
              <a:t>Kigüi : Cashback + solutions B2B</a:t>
            </a:r>
          </a:p>
          <a:p>
            <a:pPr lvl="1"/>
            <a:r>
              <a:t>Différenciation TGTG : technologie supérieure, ESG, partenariats chaîne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&amp; Localisation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Ton : positif, communautaire, simple</a:t>
            </a:r>
          </a:p>
          <a:p>
            <a:pPr lvl="1"/>
            <a:r>
              <a:t>Slogans : 'Salva comida. Salva dinero.'</a:t>
            </a:r>
          </a:p>
          <a:p>
            <a:pPr lvl="1"/>
            <a:r>
              <a:t>Canaux : TikTok, Instagram, Maps, WhatsApp</a:t>
            </a:r>
          </a:p>
          <a:p>
            <a:pPr lvl="1"/>
            <a:r>
              <a:t>QR codes en magasin + activations locales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Opérations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Marketplace pickup uniquement</a:t>
            </a:r>
          </a:p>
          <a:p>
            <a:pPr lvl="1"/>
            <a:r>
              <a:t>Dashboard marchand + support WhatsApp</a:t>
            </a:r>
          </a:p>
          <a:p>
            <a:pPr lvl="1"/>
            <a:r>
              <a:t>Alignement NOM-051</a:t>
            </a:r>
          </a:p>
          <a:p>
            <a:pPr lvl="1"/>
            <a:r>
              <a:t>Qualité assurée par marchands + guidelines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Coûts de lancement CDMX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Équipe locale : 30k–45k USD</a:t>
            </a:r>
          </a:p>
          <a:p>
            <a:pPr lvl="1"/>
            <a:r>
              <a:t>Marketing : 15k–25k</a:t>
            </a:r>
          </a:p>
          <a:p>
            <a:pPr lvl="1"/>
            <a:r>
              <a:t>Kits marchands : 3k</a:t>
            </a:r>
          </a:p>
          <a:p>
            <a:pPr lvl="1"/>
            <a:r>
              <a:t>Budget total estimé : 60k–90k USD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Sell-through % / NPS / CO2 évité</a:t>
            </a:r>
          </a:p>
          <a:p>
            <a:pPr lvl="1"/>
            <a:r>
              <a:t>Mois 0-1 : juridique + recrutement</a:t>
            </a:r>
          </a:p>
          <a:p>
            <a:pPr lvl="1"/>
            <a:r>
              <a:t>Mois 2 : onboarding + activations</a:t>
            </a:r>
          </a:p>
          <a:p>
            <a:pPr lvl="1"/>
            <a:r>
              <a:t>Mois 5-6 : atteindre scénario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